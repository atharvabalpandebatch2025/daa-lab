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933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03981" y="1783080"/>
            <a:ext cx="137160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9317" y="20528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Shortest Path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– Claude AI 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– Atharva Balpande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– 25070521117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– III(B)</a:t>
            </a:r>
            <a:endParaRPr lang="en-US" sz="16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Dijkstra's Algorithm?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shortest path from one source vertex to all other vertices in a weighted graph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Edsger W. Dijkstra in 1956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with non-negative edge weights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Greedy approach: always pick the nearest unvisited vertex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distance of source = 0, all others = ∞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792224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92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7922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unvisited vertex with the smallest distance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487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its edges: if dist[u] + w &lt; dist[v], update dist[v]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1821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vertex as visited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8770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2–4 until all vertices are visited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Dijkstra(Graph, source):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vertex v:  dist[v] = ∞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dist[source] = 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set of all vertices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 is not empty: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 = vertex in Q with minimum dist[u]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remove u from Q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each neighbour v of u: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dist[u] + w(u,v) &lt; dist[v]: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dist[v] = dist[u] + w(u,v)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dist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Find shortest paths from 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 flipV="1">
            <a:off x="1005840" y="1737360"/>
            <a:ext cx="1828800" cy="109728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834640"/>
            <a:ext cx="1828800" cy="109728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737360"/>
            <a:ext cx="0" cy="219456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1737360"/>
            <a:ext cx="201168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834640" y="1737360"/>
            <a:ext cx="2011680" cy="219456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3931920"/>
            <a:ext cx="201168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737360"/>
            <a:ext cx="0" cy="219456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37360" y="213055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22783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67919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58191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67919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77647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67919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2560320"/>
            <a:ext cx="548640" cy="548640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560320" y="1463040"/>
            <a:ext cx="548640" cy="54864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603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560320" y="3657600"/>
            <a:ext cx="548640" cy="54864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603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0" y="1463040"/>
            <a:ext cx="548640" cy="54864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72000" y="3657600"/>
            <a:ext cx="548640" cy="54864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126480" y="1280160"/>
            <a:ext cx="2560320" cy="23774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13716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weighted graph with 5 vertices (A–E).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= 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shortest distance from A to every other vertex.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Step by Step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230428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5204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improves 4 → 3 via C (2 + 1)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improves 10 → 8 via B (3 + 5)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improves 12 → 10 via D (8 + 2)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 (Source = A)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2514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Distance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B → 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B → D → 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the direct edge A → B (cost 4) is NOT the shortest. The path through C costs only 3.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Applications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 O(V²)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Min-Heap: O((V + E) log V)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O(V)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with negative weights (use Bellman-Ford)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and map navigation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routing (OSPF)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route planning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AI path finding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516</Words>
  <Application>Microsoft Office PowerPoint</Application>
  <PresentationFormat>On-screen Show (16:9)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</dc:title>
  <dc:subject>PptxGenJS Presentation</dc:subject>
  <dc:creator>PptxGenJS</dc:creator>
  <cp:lastModifiedBy>Atharva Balpande</cp:lastModifiedBy>
  <cp:revision>2</cp:revision>
  <dcterms:created xsi:type="dcterms:W3CDTF">2026-10-18T19:36:12Z</dcterms:created>
  <dcterms:modified xsi:type="dcterms:W3CDTF">2026-10-20T05:17:49Z</dcterms:modified>
</cp:coreProperties>
</file>